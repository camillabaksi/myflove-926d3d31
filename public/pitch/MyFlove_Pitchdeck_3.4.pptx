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16"/>
    <p:sldId id="260" r:id="rId6"/>
    <p:sldId id="261" r:id="rId7"/>
    <p:sldId id="262" r:id="rId8"/>
    <p:sldId id="263" r:id="rId9"/>
    <p:sldId id="264" r:id="rId1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MyFlove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C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 lugnare sätt att få vardagen att hålla ihop.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2026 · version 3.4 · myflove.lovable.app</a:t>
            </a:r>
            <a:endParaRPr lang="en-US" sz="1300" dirty="0"/>
          </a:p>
        </p:txBody>
      </p:sp>
      <p:pic>
        <p:nvPicPr>
          <p:cNvPr id="7" name="Picture 6" descr="flow-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000" y="1500000"/>
            <a:ext cx="3700658" cy="25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Verktygen är byggda för kalendrar – inte för människor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Kalendern säger vad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…men inte om du orkar just nu.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Listan växer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 lägre energi, desto längre lista.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Splittrade appar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ser hela livet på samma ställe.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INSIKTEN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Planera efter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7C5C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energi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 bara efter tid.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7132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MyFlove är byggt utifrån NPF-vardag: låg tröskel, inget skäll och alltid en väg vidare – även dagar då orken saknas.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Ett lugnt system – med Flow som röst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 batteri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 loggas på en sekund och styr dagens förslag.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QuickFlow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Fånga allt i en ruta – appen sorterar till rätt plats.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37744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60604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8803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611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Följeslagaren som visar en sak i taget – i hela appen.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SÅ FUNKAR DET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daglig loop som lär sig dig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Fånga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fritt i QuickFlow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3464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3464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Sortera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3464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placerar rätt: kalender, inköp, studier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84632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Anpassa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4632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Dagen planeras efter batteriet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75120" y="2286000"/>
            <a:ext cx="1783080" cy="210312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0" y="23957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C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Lära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0" y="331012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Friktion och energi ger bättre förslag – Flow säger det som gäller nu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VARFÖR NU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Diagnoser ökar. Stödet gör det inte.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8C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gör det för första gången möjligt att ge personligt, tålmodigt vardagsstöd till en kostnad som skalar – dygnet runt, utan väntetid.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Familj &amp; hushåll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546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1546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Skola &amp; studier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0" y="320040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241C3B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0" y="3200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Arbetsliv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VI ÄR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Byggd, publicerad och testad i skarp vardag (v3.4)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Live-app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Webb + mobil (PWA) med Flow 2.0 i hela appen, i daglig användning.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Testgrupp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[ANTAL TESTARE – fyll i]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Nyckeltal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[RETENTION / DAU – fyll i]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4805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Platshållare inom [ ] behöver riktiga siffror innan pitchen.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4023360" cy="4023360"/>
          </a:xfrm>
          <a:prstGeom prst="ellipse">
            <a:avLst/>
          </a:prstGeom>
          <a:solidFill>
            <a:srgbClr val="A98CF0">
              <a:alpha val="18000"/>
            </a:srgbClr>
          </a:solidFill>
          <a:ln w="12700">
            <a:solidFill>
              <a:srgbClr val="F7F3F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C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AFFÄRSMODELL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Gratis att börja, betalt när livet växer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Batteri, QuickFlow och Min dag.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6616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A98CF0"/>
          </a:solidFill>
          <a:ln w="12700">
            <a:solidFill>
              <a:srgbClr val="A98C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AI-planering, rutiner, studier och jobb. [PRIS – fyll i]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2286000"/>
            <a:ext cx="2423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DE5FB"/>
            </a:solidFill>
            <a:prstDash val="solid"/>
          </a:ln>
          <a:effectLst>
            <a:outerShdw sx="100000" sy="100000" kx="0" ky="0" algn="bl" rotWithShape="0" blurRad="152400" dist="25400" dir="5400000">
              <a:srgbClr val="241C3B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411480" cy="109728"/>
          </a:xfrm>
          <a:prstGeom prst="roundRect">
            <a:avLst>
              <a:gd name="adj" fmla="val 50000"/>
            </a:avLst>
          </a:prstGeom>
          <a:solidFill>
            <a:srgbClr val="F2A8CE"/>
          </a:solidFill>
          <a:ln w="12700">
            <a:solidFill>
              <a:srgbClr val="F2A8C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7889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1C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Hushåll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63640" y="35204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F6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Delad kalender och barnscheman. [PRIS – fyll i]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1C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737360"/>
            <a:ext cx="4937760" cy="4937760"/>
          </a:xfrm>
          <a:prstGeom prst="ellipse">
            <a:avLst/>
          </a:prstGeom>
          <a:solidFill>
            <a:srgbClr val="7C5CE0">
              <a:alpha val="22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3017520"/>
            <a:ext cx="3840480" cy="3840480"/>
          </a:xfrm>
          <a:prstGeom prst="ellipse">
            <a:avLst/>
          </a:prstGeom>
          <a:solidFill>
            <a:srgbClr val="F2A8CE">
              <a:alpha val="14000"/>
            </a:srgbClr>
          </a:solidFill>
          <a:ln w="12700">
            <a:solidFill>
              <a:srgbClr val="241C3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14300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7C5CE0"/>
          </a:solidFill>
          <a:ln w="12700">
            <a:solidFill>
              <a:srgbClr val="7C5CE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82880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Vardagen ska inte kräva att du är någon annan.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8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MyFlove  ·  myflove.lovable.app  ·  [KONTAKT – fyll i]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5CE0"/>
                </a:solidFill>
                <a:latin typeface="Calibri"/>
              </a:rPr>
              <a:t>FLOW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20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41C3B"/>
                </a:solidFill>
                <a:latin typeface="Trebuchet MS"/>
              </a:rPr>
              <a:t>Följeslagaren som gör appen mänsklig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0000"/>
            <a:ext cx="49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F6789"/>
                </a:solidFill>
                <a:latin typeface="Calibri"/>
              </a:rPr>
              <a:t>Flow är MyFloves röst och ansikte – en levande figur som reagerar på energi, väder, medicin och dagens plan. En sak i taget, aldrig skäll.</a:t>
            </a:r>
          </a:p>
        </p:txBody>
      </p:sp>
      <p:pic>
        <p:nvPicPr>
          <p:cNvPr id="5" name="Picture 4" descr="flow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00" y="1150000"/>
            <a:ext cx="3626645" cy="24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128600"/>
            <a:ext cx="411480" cy="109728"/>
          </a:xfrm>
          <a:prstGeom prst="roundRect">
            <a:avLst/>
          </a:prstGeom>
          <a:solidFill>
            <a:srgbClr val="7C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12 lägen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Regn, sömn, paus, studier, jobb, städ, mat, resa, låg/hög energi, klart, återhämtning.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3128600"/>
            <a:ext cx="411480" cy="109728"/>
          </a:xfrm>
          <a:prstGeom prst="roundRect">
            <a:avLst/>
          </a:prstGeom>
          <a:solidFill>
            <a:srgbClr val="A9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I hela appen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Stor på Hem och Min dag, liten följeslagare i övriga vyer – och i Flow-previewen.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900000"/>
            <a:ext cx="2423160" cy="17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128600"/>
            <a:ext cx="411480" cy="109728"/>
          </a:xfrm>
          <a:prstGeom prst="roundRect">
            <a:avLst/>
          </a:prstGeom>
          <a:solidFill>
            <a:srgbClr val="F2A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3380000"/>
            <a:ext cx="1965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1C3B"/>
                </a:solidFill>
                <a:latin typeface="Trebuchet MS"/>
              </a:rPr>
              <a:t>Kännbar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750000"/>
            <a:ext cx="196596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789"/>
                </a:solidFill>
                <a:latin typeface="Calibri"/>
              </a:rPr>
              <a:t>Haptisk återkoppling vid byte och avklarat – tyst läge och reducerad rörelse respekteras.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2026-08-22T10:24:41Z</dcterms:created>
  <dcterms:modified xsi:type="dcterms:W3CDTF">2026-08-22T10:24:41Z</dcterms:modified>
</cp:coreProperties>
</file>