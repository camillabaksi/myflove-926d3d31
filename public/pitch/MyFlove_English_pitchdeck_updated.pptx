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9" r:id="rId19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E0DFC3-0361-F66E-BC1F-6324CDB2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8F792F9-C2E3-9882-4E8A-B958A9E68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B9ADFFE-D85D-D972-B433-54890687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EB15128-41CD-A5DB-7516-114D363C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641D17F-9F95-3089-8CCB-393C1501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7706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B1FF1BD-2C4C-A881-F04A-BDA8EC26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CA65F3C-3162-999C-10AC-D2EEBA838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EDA3D8E-373E-26CC-3F6A-AC80FE181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D0D5D88-EB8C-2DA0-E390-94864C90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F1840B5-56A3-1FC3-8AE4-B9EF6F93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1786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284174-6824-E18F-9345-F63DCE0B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1062E1A-0934-5033-28DA-397A2BC59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E7C6131-79E6-CE6E-2CA0-27D52F6D6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74B3A5C-E2EB-0E77-9DC5-E2AEED7D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6E33290-6E96-D323-6DB1-DE1FBE26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970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6F33FBC-2935-A9A2-B57C-DF31D9C4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F54E8D2-A455-40B7-893E-F5AE8CA081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F567D49C-817C-C392-1B63-BB25FB66D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3AE19E3-A9CB-FB79-26DC-583FC7B2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220C0CA-6E41-5708-0C8A-3046D3DB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774562-07C9-DF51-93BF-02204063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6840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41A2DC6-35B5-8C96-DD39-41F9126E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9A3DA63-3A82-C435-B8E2-AF1F75452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00CD211-1251-E345-27B9-F190400BC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D4A291E-234E-388B-F1D5-56B477B32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2344400A-ACFB-34BD-0560-82BD8D089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4791AB54-0D7B-AAAE-40A9-D4A898A6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8F8E067C-0AF3-E428-5FED-0B719D65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FDD1352-D80F-7F70-E6D1-EF12B3E1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4303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01F581-6EAE-E9B7-2088-8A0623D7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81C28B-2EE3-0BB4-2774-37D7048A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AA9D6CF-FA86-B65F-9023-700C0656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82F74DB-2FAE-BDB1-06C5-6E481AB4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7375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A166C0A1-BC4B-8408-B853-7AF29F43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B7B3011-ED36-5108-1C80-D05884D2A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1DFA584B-5671-7257-B311-2ACA7E86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92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EE980FB-200C-5A92-AF66-E5210935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4819441-E5EE-ACE9-AD11-EFE2A5BF6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DFC7DCE4-24DC-2437-EF4B-B2868F59B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C638CE4-963E-042B-53F6-DF5503EA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D1781F5-8428-2A07-2431-2975FA29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82C453F-4EF3-2609-33EA-0A7B39A5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017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FD9298-E115-E305-2E12-7B1B8FE3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D458DE66-697D-BDC6-729E-40E92BDED9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6221E5B-4A2A-24EC-3929-269E7F842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AC1F4D1-95F4-4C2F-F2C3-A53B7E0F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B8AEFB4-3E59-F865-FD75-27A3E71A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B6F1398-0C4B-1497-72B5-C9B2B542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0840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815D79D-C339-BC99-AC2B-7497CBD9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8DB3550-62F6-D8A5-4BA9-DC1B480A2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ABA6B14-23C2-3766-2E9B-854B99B0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D5DF76D-E3A4-74C0-CBEC-15C5DD2B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4E58108-438D-F5D8-1B28-6F857157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99640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35E9F61C-B438-6683-C665-BD8F354C42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54911DD0-AE57-016E-F657-D6B89FE82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09687EE-AF72-F689-E26F-141719C5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40E977-FAA3-9A71-9E8B-252406ED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DA9503D-C47B-3DF5-F0DF-BFFA0FC1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800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978DFA1-8AB7-96B2-EE98-ABC9ED13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D030AE7-F8DD-2899-D02A-E93563068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D51B323-D41F-6738-96A0-5341F7B45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14245-47DE-D142-8CA6-63017B116853}" type="datetimeFigureOut">
              <a:rPr lang="sv-SE" smtClean="0"/>
              <a:t>2026-09-12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D2643FD-B769-CA8B-FB7E-45DC7A1E0D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E8AE358-C51A-B64D-C685-AD05DF44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1995B-BDB0-4B4D-9828-A1509CBEFE4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747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C3192A8-D8A3-FF44-4923-040BD3A4F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1A802E4-4889-D95F-73B1-6914651E6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4A54908-652E-B2AB-847E-BEF57FE07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2981" y="-121688"/>
            <a:ext cx="12641414" cy="711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79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949D712-EB9F-8C0B-90A6-BE982E69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3EA95495-BD6F-3E64-BA4D-2AA5E752F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88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24EDCC-CF32-2DC9-C375-2DF31200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93124AA0-E1DD-4282-3897-BD0A0BDBE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03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7F58EF7-1E90-4E1A-5B28-A89186A32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196AB70B-B0DE-028D-B333-C53941A78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6492"/>
            <a:ext cx="12374738" cy="69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43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CAF4020-D758-60D3-A2AE-CC82E4C4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62E8594-5EAD-0AD0-C604-8039C0441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69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video background"/>
          <p:cNvPicPr/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1000118696.mp4">
            <a:hlinkClick r:id="" action="ppaction://media"/>
            <a:extLst>
              <a:ext uri="{FF2B5EF4-FFF2-40B4-BE49-F238E27FC236}">
                <a16:creationId xmlns:a16="http://schemas.microsoft.com/office/drawing/2014/main" id="{CB05D5C1-7456-71B1-AE46-D57BBA2AEB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34200" y="1097280"/>
            <a:ext cx="6080760" cy="342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48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E39AA44-3595-D5B5-A320-B63953D3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ABEB6CAF-4BA1-C6D3-3E91-BDEFB9360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76584" cy="69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1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90E39B4-E5DD-773A-D80B-DC8DEBC6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A2626D35-9F67-B50C-ABD5-88B14E22A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32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36E200D-13CB-F902-AE06-9E329084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267D2869-74FE-8388-A354-C36E65632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78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E4EB53-C030-CAD7-1A53-FD6F2ABE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BCBF8BE8-E34F-A2BB-1E65-DE224E722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87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B4AEE4-79AA-131E-6745-FD117342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3406F1AE-BD37-BBC9-577D-D54D101C2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441" y="47487"/>
            <a:ext cx="12360882" cy="68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3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DBD2B07-5519-3665-8782-5C9732F1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17D1253C-34D0-F8B0-90B0-7A4A79559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03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12C6E0-5C18-649E-F882-C8CBB0E7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7B25A6A3-A754-0904-AE82-4D7679C19C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56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E4EB53-C030-CAD7-1A53-FD6F2ABE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BCBF8BE8-E34F-A2BB-1E65-DE224E722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5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87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Bredbild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4" baseType="lpstr"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Camilla Baksi</dc:creator>
  <cp:lastModifiedBy>Camilla Baksi</cp:lastModifiedBy>
  <cp:revision>1</cp:revision>
  <dcterms:created xsi:type="dcterms:W3CDTF">2026-09-12T03:36:00Z</dcterms:created>
  <dcterms:modified xsi:type="dcterms:W3CDTF">2026-09-12T04:02:32Z</dcterms:modified>
</cp:coreProperties>
</file>