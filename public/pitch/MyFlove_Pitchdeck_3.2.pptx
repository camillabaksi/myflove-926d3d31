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MyFlove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lugnare sätt att få vardagen att hålla ihop.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2026  ·  myflove.lovable.app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Verktygen är byggda för kalendrar – inte för människor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Kalendern säger vad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…men inte om du orkar just nu.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Listan växer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lägre energi, desto längre lista.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Splittrade appar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 hela livet på samma ställe.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Planera efter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5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 bara efter tid.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är byggt utifrån NPF-vardag: låg tröskel, inget skäll och alltid en väg vidare – även dagar då orken saknas.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lugnt system för hela livet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 batteri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loggas på en sekund och styr dagens förslag.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allt i en ruta – appen sorterar till rätt plats.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 dag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Tidslinje med nästa steg, medicin och rutiner.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FUNKAR DET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daglig loop som lär sig dig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Fånga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fritt i QuickFlow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placerar rätt: kalender, inköp, studier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 planeras efter batteriet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Lära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Friktion och energi ger bättre förslag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NU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Diagnoser ökar. Stödet gör det inte.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gör det för första gången möjligt att ge personligt, tålmodigt vardagsstöd till en kostnad som skalar – dygnet runt, utan väntetid.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 &amp; hushåll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 &amp; studier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Arbetsliv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VI ÄR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Byggd, publicerad och testad i skarp vardag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 + mobil (PWA), publicerad och i daglig användning.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Testgrupp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 TESTARE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Nyckeltal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[RETENTION / DAU – fyll i]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Platshållare inom [ ] behöver riktiga siffror innan pitchen.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 att börja, betalt när livet växer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Batteri, QuickFlow och Min dag.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AI-planering, rutiner, studier och jobb. [PRIS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Hushåll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kalender och barnscheman. [PRIS – fyll i]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Vardagen ska inte kräva att du är någon annan.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 ·  myflove.lovable.app  ·  [KONTAKT – fyll i]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2026-08-22T10:24:41Z</dcterms:created>
  <dcterms:modified xsi:type="dcterms:W3CDTF">2026-08-22T10:24:41Z</dcterms:modified>
</cp:coreProperties>
</file>